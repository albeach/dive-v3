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NATO UNCLASSIFIED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NATO 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Dummy PowerPoint payload</a:t>
            </a:r>
          </a:p>
          <a:p>
            <a:pPr algn="ctr"/>
            <a:r>
              <a:rPr sz="1600"/>
              <a:t>Document ID: d84ede3a-9cf3-4cb8-9b9e-c45306fac2e6</a:t>
            </a:r>
          </a:p>
          <a:p>
            <a:pPr algn="ctr"/>
            <a:r>
              <a:rPr sz="1600"/>
              <a:t>Marking: NATO UNCLASSIFIED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