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NATO CONFIDENTIAL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NATO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Dummy PowerPoint payload</a:t>
            </a:r>
          </a:p>
          <a:p>
            <a:pPr algn="ctr"/>
            <a:r>
              <a:rPr sz="1600"/>
              <a:t>Document ID: 8887cb3c-4ed6-4d33-8104-434fc297a432</a:t>
            </a:r>
          </a:p>
          <a:p>
            <a:pPr algn="ctr"/>
            <a:r>
              <a:rPr sz="1600"/>
              <a:t>Marking: NATO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